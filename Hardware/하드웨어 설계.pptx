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61" r:id="rId6"/>
    <p:sldId id="258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1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7C1980-D0CA-EB2E-A539-728AD00AE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D2DEDF-612F-7973-B97C-BB3ECA725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3CF5F-475C-1394-7390-39FD9A494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7087A3-D7ED-4DC9-2B51-1BBD97BF8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1666CD-56A9-C6B0-FCF0-AE8BEF22E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952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1D6353-8BC9-3DD0-D49F-BE92E94D4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56D4D-D251-7E2D-FC93-463224054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929FC1-B051-51BC-A12F-916EB3C1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973524-3D39-949E-E167-085DE2B4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A68230-5789-04C8-F643-9C1D84FFC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41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9AF397-D06A-0E11-AA4C-E0CDB500F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3EDD07-11FA-60C6-E96D-209C44536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A8C101-3D2E-8AE1-4434-5AA7A78BD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EA1164-4023-6D80-1925-8CC75C707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0C4F9B-475F-4F81-0B18-DF8DA87F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37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BC788B-B904-9C04-47E9-E521B528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5CD37E-A6AC-954B-6D27-19623E8D88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E75694-AD3A-2919-2051-A2D7E3FA9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D88687-B310-7DE9-D6C2-FE3CF6E1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D96EB5-E233-8FBF-D17D-BB8CEF216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5814F9-D1BA-53E7-3E52-E287417A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5942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E173A6-867D-E4E7-898B-DA6445BE9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0ADD53-93A7-7C70-2555-557D1512E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FA982A-A3E0-2D3D-B6A1-9AD44F548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9E268B0-7D4E-075C-319C-A225DBD1D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27F7DE-E8D9-0903-5903-8E30859123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58CBF0-2324-8972-529F-52B46701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B3DBD4-78C1-6286-9253-17500FB79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E63DB3-6579-1505-73C4-15BA2784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882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1DB08-8732-2969-3D60-4A0C6B65F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CE22906-EC1D-7F1C-734B-0AD421697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AA645F-2656-23F5-4E0C-EBE6DE93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FD8B418-3FFD-80DB-889F-69A0B7F2D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09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D020C4-CB6F-B6AE-8378-A0B4DEADB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6862A0-2223-5CA6-4840-CFF32ACD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4D2820-0525-05F4-65FB-01301393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39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5E796-B2A5-5A57-E524-78E02F30B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D0733B-A7AF-58D4-99B6-36341B0EC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8BE3C6-DB2C-850A-CE69-8CF2A3C14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9FF3FB-DACC-FCC1-B1E0-8AB76FFD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69A3DB-5DAF-DD47-A0BC-1E45FF262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A69357-22FD-72EA-0C09-8E52B981D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658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CF081A-9B21-7AAC-8004-26CC7B899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E6C759-20AC-8545-C5D9-1C4CC45FA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EA9A35-784A-F1CE-9318-BFBED6D1CC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731A2-0264-0C0D-DE15-3C7D699DF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C1ECA70-668D-5911-41A5-8B1FD281B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CD59C8-F81E-D05D-A7F6-E5288E94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766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AABA6-9584-EE6D-83CD-BC6BD3864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6A34F7-5E58-79FD-A0CE-6B39D492F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7282A6-E1A7-A3E2-77E0-803EA1447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423A3-8254-5D33-BFC6-730B22F6E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3D5662-3FD6-267B-6AD1-4CCF11D9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5982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4C2794C-BFBE-35B9-E911-B9E689CE7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8352A1-EFCE-5B5C-8196-E824CA35B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106125-3F2B-1547-CB2D-965ED53C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51FFD9-3D41-F6BC-894A-5272CD7A5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808FE3-B146-5108-DF48-91BE5C6E8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57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94E105C-EDEC-3452-CE7E-D7F280E65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8BD37F-D83A-EE7F-1BB7-9E3DEF561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878A91-F818-7384-3469-C81F93F6C8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6799C-6FDD-479A-8E41-E283C84F0925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20F3B-C21E-D1A3-B92D-7BEDE2EC6D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C7A3F0-BBF6-0A4F-F2FF-1BE6150A4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A0B974-145E-4BA4-9157-5BDE440ADF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67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C711F-9C84-DBFC-00CB-3A2C83C0BC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하드웨어 설계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498C1C-E969-9D5B-3685-C9961EE24F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algn="r"/>
            <a:r>
              <a:rPr lang="en-US" altLang="ko-KR" dirty="0"/>
              <a:t>AIAI</a:t>
            </a:r>
          </a:p>
          <a:p>
            <a:pPr algn="r"/>
            <a:r>
              <a:rPr lang="en-US" altLang="ko-KR" dirty="0"/>
              <a:t>22200757</a:t>
            </a:r>
          </a:p>
          <a:p>
            <a:pPr algn="r"/>
            <a:r>
              <a:rPr lang="ko-KR" altLang="en-US" dirty="0"/>
              <a:t>최정빈</a:t>
            </a:r>
            <a:endParaRPr lang="en-US" altLang="ko-KR" dirty="0"/>
          </a:p>
          <a:p>
            <a:pPr algn="r"/>
            <a:r>
              <a:rPr lang="en-US" altLang="ko-KR" dirty="0"/>
              <a:t>2025.09.30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994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ABCC9-106E-A7E0-2522-E4B9892C5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4DB0E-53F3-A772-4190-9A544EB9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Plate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C822F5F-704E-DB83-63F5-5F4993ED6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287" y="1937698"/>
            <a:ext cx="7483425" cy="42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975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57107-6EB3-B86E-BB18-B03E82682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1D4B70-2487-D647-F7DD-EA88B24C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Base Plate </a:t>
            </a:r>
            <a:r>
              <a:rPr lang="ko-KR" altLang="en-US" dirty="0"/>
              <a:t>도면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44337AA-342C-0E20-5E2F-51EE1E7B6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415" y="1877840"/>
            <a:ext cx="8383170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29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3FF7A-DE5D-EB75-A34C-D69BA742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Post Holder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0F278-A76D-962A-168C-E36F48C22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825625"/>
            <a:ext cx="2373093" cy="3788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프로파일 </a:t>
            </a:r>
            <a:r>
              <a:rPr lang="en-US" altLang="ko-KR" sz="1800"/>
              <a:t>3030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프로파일 홀더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5FCF9B8-69AC-29AA-52DE-1F887F73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793" y="2700630"/>
            <a:ext cx="4706007" cy="240063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0E753C-D306-5C67-F4EB-470346F19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927" y="2907539"/>
            <a:ext cx="2899403" cy="198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98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62B56-5F0F-74B1-9E6C-C2F2EBC42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FB552-3EDA-48F8-A285-039CAE25D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Post &amp; Post Holder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93C7E3-1755-3C95-7872-6D0CB756C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825625"/>
            <a:ext cx="2373093" cy="37885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800" dirty="0"/>
              <a:t>프로파일 </a:t>
            </a:r>
            <a:r>
              <a:rPr lang="en-US" altLang="ko-KR" sz="1800" dirty="0"/>
              <a:t>3030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프로파일 홀더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EF9C505-94F2-AAF9-882B-FBEE9906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918" y="1690688"/>
            <a:ext cx="4495595" cy="464812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E6BC36-FA01-BF40-8D84-3C302DA0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693" y="2072812"/>
            <a:ext cx="3781953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61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25468-3C8E-9D76-9990-9405A109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4A5A83-F4D5-0392-A236-22733BD0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조립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8E149BD-400F-FD6A-A7B8-E5C8404F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1803320"/>
            <a:ext cx="9564435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19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26</Words>
  <Application>Microsoft Office PowerPoint</Application>
  <PresentationFormat>와이드스크린</PresentationFormat>
  <Paragraphs>16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하드웨어 설계</vt:lpstr>
      <vt:lpstr>Base Plate</vt:lpstr>
      <vt:lpstr>Base Plate 도면</vt:lpstr>
      <vt:lpstr>Post Holder</vt:lpstr>
      <vt:lpstr>Post &amp; Post Holder</vt:lpstr>
      <vt:lpstr>조립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정빈 최</dc:creator>
  <cp:lastModifiedBy>정빈 최</cp:lastModifiedBy>
  <cp:revision>2</cp:revision>
  <dcterms:created xsi:type="dcterms:W3CDTF">2025-09-30T08:28:46Z</dcterms:created>
  <dcterms:modified xsi:type="dcterms:W3CDTF">2025-09-30T09:18:57Z</dcterms:modified>
</cp:coreProperties>
</file>